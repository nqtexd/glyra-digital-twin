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6a53089a784741" /><Relationship Type="http://schemas.openxmlformats.org/officeDocument/2006/relationships/extended-properties" Target="/docProps/app.xml" Id="Rea5143850e0c4627" /><Relationship Type="http://schemas.openxmlformats.org/officeDocument/2006/relationships/officeDocument" Target="/ppt/presentation.xml" Id="R6e6472f4334d4e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8eace721f412d"/>
  </p:sldMasterIdLst>
  <p:notesMasterIdLst>
    <p:notesMasterId xmlns:r="http://schemas.openxmlformats.org/officeDocument/2006/relationships" r:id="R2be8f10359bd4290"/>
  </p:notesMasterIdLst>
  <p:sldIdLst>
    <p:sldId xmlns:r="http://schemas.openxmlformats.org/officeDocument/2006/relationships" id="256" r:id="Re5a32796be6f4f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f37e93b3c454c" /><Relationship Type="http://schemas.openxmlformats.org/officeDocument/2006/relationships/slideMaster" Target="/ppt/slideMasters/slideMaster1.xml" Id="R3058eace721f412d" /><Relationship Type="http://schemas.openxmlformats.org/officeDocument/2006/relationships/notesMaster" Target="/ppt/notesMasters/notesMaster1.xml" Id="R2be8f10359bd4290" /><Relationship Type="http://schemas.openxmlformats.org/officeDocument/2006/relationships/presProps" Target="/ppt/presProps.xml" Id="Rf3a5ad4ca73e4afa" /><Relationship Type="http://schemas.openxmlformats.org/officeDocument/2006/relationships/tableStyles" Target="/ppt/tableStyles.xml" Id="R3b21b235c2674dab" /><Relationship Type="http://schemas.openxmlformats.org/officeDocument/2006/relationships/slide" Target="/ppt/slides/slide1.xml" Id="Re5a32796be6f4f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c70cf9aabe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d3a98a3e074067" /><Relationship Type="http://schemas.openxmlformats.org/officeDocument/2006/relationships/notesMaster" Target="/ppt/notesMasters/notesMaster1.xml" Id="R69074206c31b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dist/engine.js, app.js and train.py. Synthetic data only. Data-quality failures withhold model output. The offline training pipeline exports coefficients, residual quantiles and held-out metrics; runtime loads these static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6b0d6efa64f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ebe3d2d3243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2f83b636a4b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54c54adb549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2bdc9d08642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53e0d869946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C8DE3-AA67-4534-A097-0516936D3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EAC260-45C6-450A-995A-284A33F260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88723C-019F-476B-8CCC-E96E42FFE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C18CC-BE27-4817-AD7B-17F2660D2F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C839554-BE34-491B-B767-07895A0699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E6DFCA-DAEE-481E-B5E5-F36F15E28C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096DD8-AB19-428F-92D0-134FC7EAF9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315840-BEB3-4377-A11F-3FE5118870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C7CAF0-6D5F-4C66-9C14-97B19611CC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3644B5-6B8E-4DBF-950F-9B2A00D383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4432e3014f46ac" /><Relationship Type="http://schemas.openxmlformats.org/officeDocument/2006/relationships/slideLayout" Target="/ppt/slideLayouts/slideLayout1.xml" Id="R925df717b17f4755" /><Relationship Type="http://schemas.openxmlformats.org/officeDocument/2006/relationships/slideLayout" Target="/ppt/slideLayouts/slideLayout2.xml" Id="R78f341d142c746a3" /><Relationship Type="http://schemas.openxmlformats.org/officeDocument/2006/relationships/slideLayout" Target="/ppt/slideLayouts/slideLayout3.xml" Id="R2879ecf3882b4664" /><Relationship Type="http://schemas.openxmlformats.org/officeDocument/2006/relationships/slideLayout" Target="/ppt/slideLayouts/slideLayout4.xml" Id="Rd3deafb5ffa0476a" /><Relationship Type="http://schemas.openxmlformats.org/officeDocument/2006/relationships/slideLayout" Target="/ppt/slideLayouts/slideLayout5.xml" Id="R9e6519a93ebb463e" /><Relationship Type="http://schemas.openxmlformats.org/officeDocument/2006/relationships/slideLayout" Target="/ppt/slideLayouts/slideLayout6.xml" Id="R8a89742550e24a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df717b17f4755"/>
    <p:sldLayoutId xmlns:r="http://schemas.openxmlformats.org/officeDocument/2006/relationships" id="2147483650" r:id="R78f341d142c746a3"/>
    <p:sldLayoutId xmlns:r="http://schemas.openxmlformats.org/officeDocument/2006/relationships" id="2147483651" r:id="R2879ecf3882b4664"/>
    <p:sldLayoutId xmlns:r="http://schemas.openxmlformats.org/officeDocument/2006/relationships" id="2147483652" r:id="Rd3deafb5ffa0476a"/>
    <p:sldLayoutId xmlns:r="http://schemas.openxmlformats.org/officeDocument/2006/relationships" id="2147483653" r:id="R9e6519a93ebb463e"/>
    <p:sldLayoutId xmlns:r="http://schemas.openxmlformats.org/officeDocument/2006/relationships" id="2147483654" r:id="R8a89742550e24a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e4ecdce6504324" /><Relationship Type="http://schemas.openxmlformats.org/officeDocument/2006/relationships/notesSlide" Target="/ppt/notesSlides/notesSlide1.xml" Id="R774f3fde782543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7E4D4-A059-4A7D-9038-57F1E512567C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020300" y="2647950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9984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60AAB-7AC0-4814-8CAC-E9BD3DAF6C9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362825" y="2124075"/>
            <a:ext cx="1228725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9984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2BF4A-BCE4-4E82-8740-53D8832A4CC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67100" y="3000375"/>
            <a:ext cx="11811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9984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9560D-CDA4-485F-A869-B42CB1441BB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67100" y="2124075"/>
            <a:ext cx="1181100" cy="876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39984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22457-7531-46B1-9429-27AA345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12715-D7FD-45B0-98A9-46E1316A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GLYRA  /  RESEARCH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818C4-E949-4C4B-8750-BB2719AF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887FF-39B3-4DC1-9641-2981F42E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9"/>
          </a:solidFill>
          <a:ln xmlns:a="http://schemas.openxmlformats.org/drawingml/2006/main" w="9525">
            <a:solidFill>
              <a:srgbClr val="A6BFB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EC3FF-CD2E-41B1-B5D3-8D7F28E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Synthetic EHR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43DBB-48FD-4908-80F0-66E43ED9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Fasting baseline, HbA1c, age, sleep, activity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D69FC-3EFE-4C28-8FCF-A8F9EC1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9"/>
          </a:solidFill>
          <a:ln xmlns:a="http://schemas.openxmlformats.org/drawingml/2006/main" w="9525">
            <a:solidFill>
              <a:srgbClr val="A6BFB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46B25-FE2B-4FDD-B660-3B346C73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CGM &amp; logged meals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8268C-956A-45DB-9BA3-09C15A92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Five-minute history; no future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50F42-6048-43A4-BBB9-76FC5F29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14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9"/>
          </a:solidFill>
          <a:ln xmlns:a="http://schemas.openxmlformats.org/drawingml/2006/main" w="9525">
            <a:solidFill>
              <a:srgbClr val="A6BFB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DAE10-9C04-4346-B738-3C9047AF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38425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Data-quality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5DB1A-92A3-4A8E-AE49-1E2098AB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0375"/>
            <a:ext cx="2371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Fresh, ordered, complete, supported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788A0-7D50-4AAF-820B-8311CD6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9"/>
          </a:solidFill>
          <a:ln xmlns:a="http://schemas.openxmlformats.org/drawingml/2006/main" w="9525">
            <a:solidFill>
              <a:srgbClr val="A6BFB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61BF5-302C-4ACD-A6D4-0E330BA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621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Ridge forecasts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4FE10-1925-47C2-9F7F-CC6479E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40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30, 60, 90, 120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CC298-0D31-4CA7-9265-86229BA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528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9"/>
          </a:solidFill>
          <a:ln xmlns:a="http://schemas.openxmlformats.org/drawingml/2006/main" w="9525">
            <a:solidFill>
              <a:srgbClr val="A6BFB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F3329-9059-4210-947E-94382140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147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2D"/>
                </a:solidFill>
                <a:latin typeface="Arial"/>
                <a:ea typeface="Arial"/>
                <a:cs typeface="Arial"/>
              </a:rPr>
              <a:t>Calibrated intervals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1D7AF-3237-49D8-94B9-E9CDACB2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766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Separate synthetic calibration 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92030-F8CC-47E9-B865-8B7BDB27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680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735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735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735B"/>
                </a:solidFill>
                <a:latin typeface="Arial"/>
                <a:ea typeface="Arial"/>
                <a:cs typeface="Arial"/>
              </a:rPr>
              <a:t>Browser dashboard and JSON review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C2E9A-BBCE-432C-AF43-9A12EF8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67A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A71"/>
                </a:solidFill>
                <a:latin typeface="Arial"/>
                <a:ea typeface="Arial"/>
                <a:cs typeface="Arial"/>
              </a:rPr>
              <a:t>Bundled model + fixtures · browser-local inference · no API keys or sensor hardware</a:t>
            </a:r>
          </a:p>
        </p:txBody>
      </p:sp>
    </p:spTree>
    <p:extLst>
      <p:ext uri="{BB962C8B-B14F-4D97-AF65-F5344CB8AC3E}">
        <p14:creationId xmlns:p14="http://schemas.microsoft.com/office/powerpoint/2010/main" val="1785202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2026-10-16T12:42:23.8600000Z</dcterms:created>
  <dcterms:modified xsi:type="dcterms:W3CDTF">2026-10-16T12:42:23.8600000Z</dcterms:modified>
</coreProperties>
</file>